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这页是封面。本份材料剖析 QuteMiao/Scheduler 仓库中并存的两代算子调度实现：src/ 目录下的集中式多线程调度，与 src2/ 目录下面向硬件拓扑的分布式队列调度。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两套实现跑在同一套 A6 芯片硬件模型上，但线程模型、队列结构、核分配策略和依赖解析位置完全不同。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接下来按硬件背景、两套实现各自机制、横向对比、设计取舍的顺序展开。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 TL;DR，四条结论：第一，两代实现解决同一个 DAG 调度问题；第二，src/ 是集中式 push 模型，Dispatcher 挑核写寄存器；第三，src2/ 是分布式 pull 模型，AICore 自己从本地队列拉任务；第四，真正拉开差距的是数据局部性——后继任务尽量留在前驱所在 cluster。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后面几页分别展开硬件背景、两套实现的内部机制，最后做横向对比和取舍分析。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这页是硬件背景。A6 芯片是单芯片双 Die，每 Die 6 个 cluster，每 cluster 10 个 AICore，总共 120 个 AICore。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 AICore 内部有一个 CUBE 单元和一个 VECTOR 单元，任务按这两类分流。core_id 是 0 到 119 的连续编号，软件可以从 core_id 反推出它属于哪个 Die、哪个 cluster。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这个四级层级直接决定了 src2/ 为什么要做 cluster/die/chip 三级队列——队列层级就是硬件拓扑的镜像。src/ 版本则把 120 核抽象成 64 核的软件模型，没有显式的 cluster 概念。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仓库里两套实现是平行的：src 加 include 是第一版，src2 加 include2 是第二版。它们不共享代码，连编译目标都是分开的。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第一版有明确的角色分工：dispatch 线程负责下发，painter 线程负责依赖解析。第二版把这两个角色合并成一个 scheduler 线程，同时新增了 auto_kernel 模拟每个 AICore 主动取任务。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workload 也不一样：第一版跑 22 个合成 DAG 用例加 qwen3 全图；第二版目前只接了 qwen3-14b 的 decode 子图。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这页是实现一的整体架构。调度权集中在软件侧：一个 Dispatcher 线程绑在 CPU2 上，四个 Painter 线程绑在 CPU3 到 6 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Dispatcher 每轮先读硬件消息队列，把已完成的核标记回空闲，然后从 ready 队列批量取任务，用 ctzll 指令找出位图里第一个空闲核，把任务号写进该核的 SPR 寄存器。这是典型的 push 模型——中心线程把任务推给核。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Painter 线程并行做依赖解析：从共享的 completed 环里各自读游标扫完成任务，原子递减后继的前驱计数，归零就把后继批量塞回 ready 队列。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这页拆三个机制看实现一怎么做到低开销。第一，队列不是一把大锁，而是头尾分锁：生产者写 tail、消费者读 head，两边只在自己那把锁上竞争。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第二，核管理用 64 位位图而不是数组：找空闲核只要一条 ctzll 指令，O(1) 选核。AIC_OSTD=2 表示每个核有两个下发槽，可以双发。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第三，完成队列是多读者设计：四个 painter 各自维护读游标，零拷贝批量读，不需要互相等。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这页把 dispatch() 一轮拆成五步。先读消息队列回收完成的核，再把完成任务号批量塞回 completed 环让 painter 去解依赖，然后优先填向量单元、再填张量单元。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三个值得注意的设计选择：第一，选核完全不看数据局部性，位图第一个空闲核就上；第二，向量优先是写死的；第三，没跑真芯片时用软件直接置位图模拟完成事件。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near_ready 队列是个小优化：前驱数已经是 1 的任务，哪怕另一个前驱还没完成，只要主队列空且核有空槽也可以先发，减少尾延迟。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这页是实现二的整体架构。最大的变化是：没有 dispatcher 了。调度线程只剩一个，专职做依赖解析。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 AICore 自己跑一个 run 循环，从自己 cluster 的队列里拉任务。这是典型的 pull 模型——核自己找活干，而不是中心线程把活推过来。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这样做的好处是调度开销天然分布式：120 个核各自只访问本地 cluster 队列，没有跨核的中心锁竞争。调度线程只负责在任务完成后推进后继。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这页是实现二的核心数据结构。队列不是一个大池子，而是一棵三级树：最下面 12 个 cluster 队列，往上 2 个 die 队列，最顶 1 个 chip 队列。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cluster 队列是真硬件环形——存在 AICore 的 CTR 寄存器里，head/tail 各一把锁。die 和 chip 两级走 GQM 硬件指令。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push 时从最本地的 cluster 开始尝试，满了就往上升一级；pop 时反过来，先吃本地 cluster，空了再去 die、chip 找活。这套降级/升级机制保证队列不会因为某个 cluster 满而丢任务，同时尽量让数据留在本地。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这页讲实现二的杀手锏：数据局部性。数组 task_coord 记录每个任务最后被放在哪个 cluster。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当一个前驱任务完成、后继变就绪时，调度线程不是把后继扔进全局大池子，而是直接 push 到前驱所在的 cluster 队列。这样后继几乎一定被同一个 cluster 里的某个空闲核拉到。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 LLM decode 这种算子间强依赖、张量大的负载，这意味着输出张量不用跨 die 搬到别的 cluster 去，直接在本地 SRAM 里被后继读走。src/ 版本完全没有这个机制。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这页是横向对比表，十个维度。最关键的差异用粗体标出来：数据局部性那一行——src2 用 task_coord 锚定前驱 cluster，src 完全没有亲和。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另外注意典型吞吐那行：src/ 在合成 DAG 上最高跑到 216 MTasks/s，但 src2/ 目前还没有跑同口径基准，这是后续要补的。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双发那一行也是一个差异点：src/ 显式建模了 AIC_OSTD=2 的双槽下发，src2/ 把槽位概念隐含在队列深度里。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这页讲取舍。src/ 用简单换性能：软件仿真快、批量调度吞吐高，但 dispatcher 是中心瓶颈，也没有数据亲和。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src2/ 用复杂度换可扩展性：队列和硬件拓扑对齐，核自己拉活，调度压力随核数扩展；但单 scheduler 解依赖仍是单点，三级降级逻辑复杂，GQM 硬件指令还没真正接进来。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所以两代实现不是替代关系——src/ 适合算法快速验证和性能回归，src2/ 是奔着真实芯片去的目标架构。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这页是总结。五条演进：push 到 pull、全局队列到三级硬件队列、位图选核到队列深度限流、无亲和到前驱亲和、64 核软件抽象到 120 核真实拓扑。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本质是一件事：把调度决策从中心软件线程，尽量下沉到硬件队列和核端，让数据就近流动。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后续还有四件事：接真硬件指令、开 MIX 队列、扩 workload、以及给单 scheduler 解依赖这个瓶颈做分担。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282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2969" flipH="false" flipV="false">
            <a:off x="1016040" y="189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1016000" y="20955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QuteMiao/Scheduler · 源码级剖析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667000"/>
            <a:ext cx="1041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5833"/>
              </a:lnSpc>
              <a:defRPr/>
            </a:pPr>
            <a:r>
              <a:rPr lang="en-US" b="true" i="false" strike="noStrike" u="none" sz="46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从集中式分发到分布式硬件队列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19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同一份算子调度器的两代实现：src/ 集中式多线程调度 vs. src2/ 硬件拓扑亲和队列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558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5778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src/ · src2/ · include/ · include2/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0" y="5778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2026-09 · A6 芯片调度器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TL;DR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两代实现：调度权从「中心线程」下沉到「硬件队列与核端」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70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006600"/>
            <a:ext cx="50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97000" y="20066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同一问题，两种答案。</a:t>
            </a:r>
            <a:r>
              <a:rPr lang="en-US" b="false" i="false" strike="noStrike" u="none" sz="15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两者都在 A6 芯片（1 Chip / 2 Die / 12 Cluster / 120 AICore）上跑 DAG 算子图，完成「就绪任务选核下发 + 完成后推进后继」的闭环。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84500"/>
            <a:ext cx="50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2984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src/ 集中式 push 模型。</a:t>
            </a:r>
            <a:r>
              <a:rPr lang="en-US" b="false" i="false" strike="noStrike" u="none" sz="15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1 个 Dispatcher 线程用 </a:t>
            </a:r>
            <a:r>
              <a:rPr lang="en-US" b="false" i="false" strike="noStrike" u="none" sz="13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free_bitmap</a:t>
            </a:r>
            <a:r>
              <a:rPr lang="en-US" b="false" i="false" strike="noStrike" u="none" sz="15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位图挑核、把任务写进 AICore SPR 寄存器；4 个 Painter 线程并行做依赖解析，共享 ready 环形队列。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962400"/>
            <a:ext cx="50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97000" y="39624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src2/ 分布式 pull 模型。</a:t>
            </a:r>
            <a:r>
              <a:rPr lang="en-US" b="false" i="false" strike="noStrike" u="none" sz="15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1 个 Scheduler 线程只解依赖、按前驱坐标入队；120 个 AICore 各自在本地 cluster 队列上 </a:t>
            </a:r>
            <a:r>
              <a:rPr lang="en-US" b="false" i="false" strike="noStrike" u="none" sz="13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queue_pop</a:t>
            </a:r>
            <a:r>
              <a:rPr lang="en-US" b="false" i="false" strike="noStrike" u="none" sz="15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主动拉活，调度负载随核数天然扩展。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940300"/>
            <a:ext cx="50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49403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关键差异是数据局部性。</a:t>
            </a:r>
            <a:r>
              <a:rPr lang="en-US" b="false" i="false" strike="noStrike" u="none" sz="15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src2/ 用 </a:t>
            </a:r>
            <a:r>
              <a:rPr lang="en-US" b="false" i="false" strike="noStrike" u="none" sz="13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task_coord[ ]</a:t>
            </a:r>
            <a:r>
              <a:rPr lang="en-US" b="false" i="false" strike="noStrike" u="none" sz="15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记录任务驻留 cluster，后继被推到前驱所在 cluster，命中片上 SRAM 数据；src/ 则对任务放置无亲和约束。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60960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源码路径：src/scheduler.c · src/dispatch.c · src/painter.c | src2/scheduler.c · src2/hw_queue.c · src2/auto_kernel.c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硬件拓扑：调度器必须理解的四级层级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1778000"/>
            <a:ext cx="5588000" cy="4318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796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CHIP (1)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286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7D927E">
              <a:alpha val="12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44600" y="23622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DIE 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27305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95500" y="27305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21000" y="27305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35560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095500" y="35560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921000" y="35560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44196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6 CLUSTER × 10 AICORE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= 60 AICORE / DIE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每 AICORE: 1 CUBE + 1 VECTOR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0" y="2286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7D927E">
              <a:alpha val="12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911600" y="23622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DIE 1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937000" y="27305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762500" y="27305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588000" y="27305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937000" y="35560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762500" y="35560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588000" y="3556000"/>
            <a:ext cx="698500" cy="6985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937000" y="44196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CLUSTER 全局编号 6..11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core_id = 0..119 连续编号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die = core_id / 60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cluster = (core_id/10) % 6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985000" y="19050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关键拓扑参数（include2/hw_queue.h）</a:t>
            </a:r>
            <a:endParaRPr lang="en-US" sz="1100"/>
          </a:p>
        </p:txBody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6985000" y="2349500"/>
          <a:ext cx="4445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159000"/>
              </a:tblGrid>
              <a:tr h="533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DIE_NUM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CLUSTER_PER_DIE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AICORE_PER_CLUSTER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CORE_PER_DIE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TOTAL_CORE_NUM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D282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26" id="26"/>
          <p:cNvSpPr/>
          <p:nvPr/>
        </p:nvSpPr>
        <p:spPr>
          <a:xfrm rot="0" flipH="false" flipV="false">
            <a:off x="6985000" y="56515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src/ 版按 AIC_CNT=64 / AIC_CNT_PER_DIE=32 抽象（软件模拟）；src2/ 直接对齐真实两级 Die 拓扑。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REPOSITORY LAYOUT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两套实现并排住在同一个仓库里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5080000" cy="4572000"/>
          </a:xfrm>
          <a:prstGeom prst="roundRect">
            <a:avLst>
              <a:gd name="adj" fmla="val 0"/>
            </a:avLst>
          </a:prstGeom>
          <a:solidFill>
            <a:srgbClr val="0D2825">
              <a:alpha val="5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src/ + include/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606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第一版 · 集中式软件调度（workload = 合成 DAG + qwen3 全图）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26352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768600"/>
            <a:ext cx="457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scheduler.c 线程骨架 + 信号处理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dispatch.c Dispatcher：读 msgq、位图挑核、写 SPR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painter.c Painter：解依赖、批量入 ready 队列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kernel.c 假核执行模拟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log.c worker 日志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include/queue.h 双锁 MPSC 环形队列（头/尾分锁）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include/dispatch.h completed_queue 多读者环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include/conf.h AIC_CNT=64 · OSTD=2 · 4+1 线程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714500"/>
            <a:ext cx="5080000" cy="4572000"/>
          </a:xfrm>
          <a:prstGeom prst="roundRect">
            <a:avLst>
              <a:gd name="adj" fmla="val 0"/>
            </a:avLst>
          </a:prstGeom>
          <a:solidFill>
            <a:srgbClr val="7D927E">
              <a:alpha val="15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1905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src2/ + include2/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2606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第二版 · 面向硬件拓扑的分布式队列（workload = qwen3 decode 子图）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549" flipH="false" flipV="false">
            <a:off x="6604009" y="26352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604000" y="2768600"/>
            <a:ext cx="457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scheduler.c 单线程：只解依赖、按 cluster 入队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hw_queue.c 三级队列树：cluster/die/chip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auto_kernel.c 每个 AICore 一个 run() 拉活循环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include2/hw_queue.h GQM + CTR 寄存器地址建模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include2/a6.h 真实芯片寄存器基址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cases2/qwen3_14b_decode.h DAG 边表 + 前驱计数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无 dispatcher/painter 之分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689600" y="3810000"/>
            <a:ext cx="81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64135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build_all.sh 分别编译两套；cases/ 为 src/ 合成 DAG，cases2/ 为 src2/ 真实 workload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IMPLEMENTATION 1 · CENTRALIZED PUSH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实现一：1 个 Dispatcher 挑核下发，4 个 Painter 并行解依赖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0D2825">
              <a:alpha val="6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AICORE 阵列（软件模拟 60 核 / dispatcher）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159000"/>
            <a:ext cx="1041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每核 1 CUBE + 1 VECTOR · AIC_OSTD=2 双发 · 完成时硬件置 msg_bitmap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845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0D282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496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DISPATCHER ×1 · CPU 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5306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1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· read_msgq：把完成核的位图并回 free_bitmap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· batch_dequeue 取任务 · __builtin_ctzll 选空闲核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· 写 aicore_spr 寄存器把任务 push 给核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9845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7D927E">
              <a:alpha val="25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58000" y="31496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PAINTER ×4 · CPU 3–6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58000" y="35306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独立 read_pos 零拷贝扫 completed_queue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resolve_dep：atomic 减 task 前驱计数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就绪任务按 type 批量 enqueue 到 ready_queue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0165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143500"/>
            <a:ext cx="1016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三个全局共享队列（MPSC 环形，4096 槽）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461000"/>
            <a:ext cx="1041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g_ready_queue[CUBE/VECTOR] ← painter 写，dispatcher 读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g_near_ready_queue[2] ← 前驱数=1 的半就绪任务兜底 · g_completed_queue ← dispatcher 写，4 painter 独立读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540000" y="2641600"/>
            <a:ext cx="711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↑ 写 SPR 下发　　　　　　　　　↓ 完成事件回环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IMPLEMENTATION 1 · QUEUES &amp; CORE STATE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无锁友好的双端队列 + 64 位位图管核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796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①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460500" y="18796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双锁 MPSC 环形队列（include/queue.h）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460500" y="2260600"/>
            <a:ext cx="977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head + head_lock 归消费者（dispatcher），tail + tail_lock 归生产者（painter），两端各持一把自旋锁，互不阻塞；head/tail 是单调 64 位计数器，环形下标 =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counter &amp; (RQ_SIZE-1)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；批量 memcpy 处理回绕；四个热字段各自 64 字节 cacheline 对齐，杜绝伪共享。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02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4671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60500" y="34671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free_bitmap 位图选核 + 双发槽（ctrl_t）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60500" y="3848100"/>
            <a:ext cx="977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free_bitmap[TASK_TYPE][AIC_OSTD=2]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：每个任务类型、每个双发槽各一张 64 位掩码，bit=1 表示该核空闲；下发时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__builtin_ctzll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找第一个空闲位，同时用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task_id_map1/2[type][core]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记录每槽在跑的任务号，完成时靠 msg_bitmap 反查。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889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50546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③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60500" y="50546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completed_queue：多生产者写、多读者零拷贝读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460500" y="5435600"/>
            <a:ext cx="977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dispatcher 批量写完成任务号，write_lock 串行化；每个 painter 持有自己的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read_pos[tid]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completed_queue_read_batch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直接返回环内指针不拷贝，消费完再 advance；槽位只有在所有 painter 都读过后才可覆写。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IMPLEMENTATION 1 · DISPATCH LOOP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每轮 dispatch()：收完成 → 选核 → 写寄存器，固定五步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905000" cy="1397000"/>
          </a:xfrm>
          <a:prstGeom prst="roundRect">
            <a:avLst>
              <a:gd name="adj" fmla="val 0"/>
            </a:avLst>
          </a:prstGeom>
          <a:solidFill>
            <a:srgbClr val="0D282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14400" y="2032000"/>
            <a:ext cx="1600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STEP 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14400" y="2349500"/>
            <a:ext cx="160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read_msgq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读硬件 MSGQ 寄存器，完成核并回 free_bitmap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857500" y="1905000"/>
            <a:ext cx="1905000" cy="1397000"/>
          </a:xfrm>
          <a:prstGeom prst="roundRect">
            <a:avLst>
              <a:gd name="adj" fmla="val 0"/>
            </a:avLst>
          </a:prstGeom>
          <a:solidFill>
            <a:srgbClr val="0D282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09900" y="2032000"/>
            <a:ext cx="1600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STEP 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009900" y="2349500"/>
            <a:ext cx="160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push_2_completed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popcount + ctzll 批量提取完成任务号，写 completed_queue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1905000"/>
            <a:ext cx="1905000" cy="1397000"/>
          </a:xfrm>
          <a:prstGeom prst="roundRect">
            <a:avLst>
              <a:gd name="adj" fmla="val 0"/>
            </a:avLst>
          </a:prstGeom>
          <a:solidFill>
            <a:srgbClr val="0D282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105400" y="2032000"/>
            <a:ext cx="1600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STEP 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105400" y="2349500"/>
            <a:ext cx="160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send_task(VECTOR)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优先填向量单元空闲槽，batch_dequeue 批量取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048500" y="1905000"/>
            <a:ext cx="1905000" cy="1397000"/>
          </a:xfrm>
          <a:prstGeom prst="roundRect">
            <a:avLst>
              <a:gd name="adj" fmla="val 0"/>
            </a:avLst>
          </a:prstGeom>
          <a:solidFill>
            <a:srgbClr val="0D282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200900" y="2032000"/>
            <a:ext cx="1600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STEP 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200900" y="2349500"/>
            <a:ext cx="160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send_task(CUBE)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再张量单元，has_idle_slot 记录是否仍有空槽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144000" y="1905000"/>
            <a:ext cx="2286000" cy="1397000"/>
          </a:xfrm>
          <a:prstGeom prst="roundRect">
            <a:avLst>
              <a:gd name="adj" fmla="val 0"/>
            </a:avLst>
          </a:prstGeom>
          <a:solidFill>
            <a:srgbClr val="7D927E">
              <a:alpha val="35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296400" y="2032000"/>
            <a:ext cx="1981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STEP 5 · FALLBACK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296400" y="2349500"/>
            <a:ext cx="1981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near_ready 兜底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仍有空槽时再发前驱数=1 的半就绪任务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36830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关键观察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092" flipH="false" flipV="false">
            <a:off x="762004" y="403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62000" y="4216400"/>
            <a:ext cx="3429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无数据亲和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选核只看位图，不看任务数据在哪个 cluster；跨 die 搬数据由硬件总线兜底。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381500" y="4216400"/>
            <a:ext cx="3429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静态优先级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VECTOR 永远先于 CUBE 下发，编码在 dispatch() 调用顺序里，运行期不做负载感知。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001000" y="4216400"/>
            <a:ext cx="3429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伪硬件模拟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未定义 REAL_CHIP 时直接置 msg_bitmap 模拟完成；真机上走 SPR 寄存器 + MSGQ_VLD 寄存器。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IMPLEMENTATION 2 · DISTRIBUTED PULL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实现二：调度线程只解依赖，120 个 AICore 主动拉活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191000" y="1778000"/>
            <a:ext cx="3810000" cy="1016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905000"/>
            <a:ext cx="330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SCHEDULER ×1 线程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2260600"/>
            <a:ext cx="330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deal_completed_queue → resolve_dep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原子减前驱计数，按 cluster 入队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302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7600" y="3403600"/>
            <a:ext cx="139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CLUSTER 0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7600" y="3683000"/>
            <a:ext cx="139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10 × AICore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各自 run() 拉活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730500" y="3302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832100" y="3403600"/>
            <a:ext cx="139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CLUSTER 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832100" y="3683000"/>
            <a:ext cx="139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10 × AICore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本地 queue_pop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3302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46600" y="3403600"/>
            <a:ext cx="139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CLUSTER 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46600" y="3683000"/>
            <a:ext cx="139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10 × AICore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cluster 队列本地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59500" y="3302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61100" y="3403600"/>
            <a:ext cx="139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CLUSTER 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61100" y="3683000"/>
            <a:ext cx="139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10 × AICore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完成推 complete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874000" y="3302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975600" y="3403600"/>
            <a:ext cx="139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CLUSTER 4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75600" y="3683000"/>
            <a:ext cx="139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…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…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88500" y="3302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690100" y="3403600"/>
            <a:ext cx="139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CLUSTER 5–11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690100" y="3683000"/>
            <a:ext cx="139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DIE 0: 0–5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DIE 1: 6–11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4953000"/>
            <a:ext cx="10160000" cy="1397000"/>
          </a:xfrm>
          <a:prstGeom prst="roundRect">
            <a:avLst>
              <a:gd name="adj" fmla="val 0"/>
            </a:avLst>
          </a:prstGeom>
          <a:solidFill>
            <a:srgbClr val="0D2825">
              <a:alpha val="5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270000" y="5105400"/>
            <a:ext cx="965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每个 AICore 上的 auto_kernel.run() 循环（src2/auto_kernel.c）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270000" y="5461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while (true) {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if (queue_pop(core_id, type, &amp;t)) { fake_kernel(); complete_queue_push(core_id, t); }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} — 核空闲时自己去本地 cluster 队列拉，调度负载随核数线性扩展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IMPLEMENTATION 2 · 3-LEVEL QUEUE TREE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队列层级就是硬件拓扑的镜像：cluster → die → chip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350000" cy="762000"/>
          </a:xfrm>
          <a:prstGeom prst="roundRect">
            <a:avLst>
              <a:gd name="adj" fmla="val 0"/>
            </a:avLst>
          </a:prstGeom>
          <a:solidFill>
            <a:srgbClr val="0D282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584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CHIP 队列 · 1 × 3 类型 = 3 个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09800"/>
            <a:ext cx="584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gqm_push / gqm_pop 硬件指令 · 兜底层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6350000" cy="762000"/>
          </a:xfrm>
          <a:prstGeom prst="roundRect">
            <a:avLst>
              <a:gd name="adj" fmla="val 0"/>
            </a:avLst>
          </a:prstGeom>
          <a:solidFill>
            <a:srgbClr val="7D927E">
              <a:alpha val="4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584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DIE 队列 · 2 × 3 类型 = 6 个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225800"/>
            <a:ext cx="584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gqm_push / gqm_pop 硬件指令 · cluster 满时降级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810000"/>
            <a:ext cx="6350000" cy="12700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937000"/>
            <a:ext cx="584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CLUSTER 队列 · 12 × 3 类型 = 36 个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2418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cluster_queue_t：CTR 寄存器环形，head/tail 分锁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每队列 20 槽 · complete 队列 80 槽 · 寄存器地址不连续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302500" y="2794000"/>
            <a:ext cx="762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↑ pop</a:t>
            </a:r>
            <a:endParaRPr lang="en-US" sz="1100"/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cluster 空</a:t>
            </a:r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↑ pop</a:t>
            </a:r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die 空</a:t>
            </a:r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↑ pop</a:t>
            </a:r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chip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1778000"/>
            <a:ext cx="317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队列槽位与类型拆分</a:t>
            </a:r>
            <a:endParaRPr lang="en-US" sz="1100"/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8255000" y="2159000"/>
          <a:ext cx="31750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1270000"/>
              </a:tblGrid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队列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槽位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CUBE per cluster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VECTOR per cluster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MIX per cluster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complete per cluster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die / chip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GQM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6" id="16"/>
          <p:cNvSpPr/>
          <p:nvPr/>
        </p:nvSpPr>
        <p:spPr>
          <a:xfrm rot="0" flipH="false" flipV="false">
            <a:off x="762000" y="5461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push 降级链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：先尝试本 cluster 队列，满了退到所属 die 队列，再满退到 chip 队列。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pop 升级链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：AICore 先 pop 本 cluster，空了再看 die、再看 chip——就近消费，兼顾负载均衡。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IMPLEMENTATION 2 · DATA LOCALITY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后继任务留在前驱所在 cluster，命中片上数据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096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30400"/>
            <a:ext cx="558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一次后继亲和入队的时序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2413000"/>
            <a:ext cx="279400" cy="2794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438400"/>
            <a:ext cx="279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98600" y="2413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前驱任务 T1 在 cluster 3 的 AICore 上跑完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完成号写入 cluster 3 的 complete_queue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3175000"/>
            <a:ext cx="279400" cy="2794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79500" y="3200400"/>
            <a:ext cx="279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98600" y="317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scheduler 线程 pop T1，查 task_coord[T1] = (die0, cluster3)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atomic 递减 T2 的前驱计数，归零即就绪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79500" y="3937000"/>
            <a:ext cx="279400" cy="2794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79500" y="3962400"/>
            <a:ext cx="279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98600" y="3937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queue_push_by_cluster(3, VECTOR, T2)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T2 直接进 cluster 3 的 VECTOR 队列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79500" y="4699000"/>
            <a:ext cx="279400" cy="279400"/>
          </a:xfrm>
          <a:prstGeom prst="ellipse">
            <a:avLst/>
          </a:prstGeom>
          <a:solidFill>
            <a:srgbClr val="7D927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79500" y="4724400"/>
            <a:ext cx="279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498600" y="4699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cluster 3 内任一空闲 AICore 立刻 queue_pop 到 T2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T1 的输出还在 cluster 3 的片上 SRAM，零跨 die 搬运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79500" y="5715000"/>
            <a:ext cx="558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若 cluster 3 队列满，自动降级到 die0 队列，再满到 chip；TASK_COORD_INVALID=0xFF 标记簇未知。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39000" y="1778000"/>
            <a:ext cx="4191000" cy="3048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93000" y="1968500"/>
            <a:ext cx="368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resolve_dep() · src2/scheduler.c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493000" y="2349500"/>
            <a:ext cx="37465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for (k = idx; k &lt; idx+succ; k++) {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succ = successors[k];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if (fetch_sub(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&amp;pre_cnt[succ], 1) == 1) {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// 最后一个前驱完成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push_by_cluster(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cluster_id, type, succ);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39000" y="5080000"/>
            <a:ext cx="4191000" cy="1397000"/>
          </a:xfrm>
          <a:prstGeom prst="roundRect">
            <a:avLst>
              <a:gd name="adj" fmla="val 0"/>
            </a:avLst>
          </a:prstGeom>
          <a:solidFill>
            <a:srgbClr val="7D927E">
              <a:alpha val="2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493000" y="52324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task_coord[] 是亲和的锚。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每次 push/pop 都更新；后继入队时读前驱的 coord，而不是随机选核。这是 src2/ 相对 src/ 最大的算法层差异。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SIDE-BY-SIDE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8128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十个维度并排看两代实现的差异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460500"/>
          <a:ext cx="10668000" cy="508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4381500"/>
                <a:gridCol w="4381500"/>
              </a:tblGrid>
              <a:tr h="495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src/ 集中式 push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src2/ 分布式 pull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调度线程模型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Dispatcher×1 + Painter×4 分工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Scheduler×1 兼做依赖解析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任务下发方向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中心 push：写 AICore SPR 寄存器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核端 pull：queue_pop 主动拉活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队列结构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全局 ready[2] + near_ready[2] + 多读者 completed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三级树 cluster/die/chip × CUBE/VECTOR/MIX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核分配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free_bitmap 64 位掩码 + ctzll O(1) 选核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无位图，队列深度天然限流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双发 / 双槽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AIC_OSTD=2，task_id_map1/2 双槽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未建模，队列即槽位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依赖解析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 个 painter 并行，独立 read_pos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 scheduler，原子 fetch_sub 减前驱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数据局部性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无亲和，位图第一个空闲核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task_coord 锚定前驱 cluster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硬件抽象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64 核软件模型，无 cluster 概念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120 核对齐真实 2-Die 拓扑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典型吞吐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最高 216 MTasks/s（合成 DAG）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未跑同口径基准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Workload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22 个合成 DAG + qwen3 全图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qwen3-14b decode 子图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TRADE-OFFS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每一步改进都有代价：两代实现不是谁替代谁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0D282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796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src/ 得到了什么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699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· 软件可独立仿真，不依赖硬件队列指令</a:t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· 批量 dequeue + ctzll 选核，调度路径短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· 4 painter 并行解依赖，合成 DAG 上 216 MTasks/s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· near_ready 队列压低尾延迟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7145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18796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src/ 付出了什么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286000"/>
            <a:ext cx="4699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单 dispatcher 写 SPR 是中心瓶颈</a:t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任务与核无亲和，跨 die 数据搬运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64 核抽象与真实 120 核对不上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静态 VECTOR &gt; CUBE 优先级，无运行期反馈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6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7D927E">
              <a:alpha val="35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2291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src2/ 得到了什么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635500"/>
            <a:ext cx="4699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调度负载随 120 核线性扩展，无中心瓶颈</a:t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cluster 队列 = 片上 SRAM，前驱亲和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队列层级镜像硬件拓扑，GQM 卸载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push 降级 + pop 升级，队列不丢任务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06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9F7F3">
              <a:alpha val="10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42291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src2/ 付出了什么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4635500"/>
            <a:ext cx="4699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单 scheduler 解依赖仍是单点</a:t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三级降级逻辑复杂，队满行为需细测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GQM 真指令未接入，volatile 模拟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MIX 类型队列已留位但未启用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82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SUMMARY &amp; NEXT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演进路径：调度权从软件中心下沉到硬件拓扑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src/ 集中式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826000" y="190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0" y="190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src2/ 分布式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2470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667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push 模型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2667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pull 模型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1115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全局共享 ready 队列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31115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cluster/die/chip 三级队列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556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free_bitmap 位图选核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3556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队列深度天然限流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0005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任务放置无亲和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40005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task_coord 前驱亲和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445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64 核软件抽象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4445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120 核对齐真实拓扑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297" flipH="false" flipV="false">
            <a:off x="1016004" y="494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16000" y="51816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后续待办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524500"/>
            <a:ext cx="1041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· 把 volatile CTR 访问换成真实 GQM / CTR 硬件指令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· 启用 MIX 类型队列 · 扩 workload 到 prefill 与全图 · 多 scheduler 分担依赖解析瓶颈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